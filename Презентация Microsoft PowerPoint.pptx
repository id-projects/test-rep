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A6D4A-E831-4D96-8D24-2F0869BF3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0BB122-E554-310F-10A4-81697EA9B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32438D-8DEF-0E6A-CFD3-401C6225B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E7C2-84C1-461F-A900-2052A0348EBD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205F35-41A4-320E-67BE-BADC68E0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273419-B1F1-DE44-742C-2EE3EE42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8D2E-4E84-4A99-B481-71BDFA0EC2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68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8564C-4D73-F07E-186B-80ACC348E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73B05-CB7C-4E7D-35F7-075CD16D5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2E158E-4201-E3A3-744D-5557B2CD1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E7C2-84C1-461F-A900-2052A0348EBD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4035C2-A239-655A-9E45-54DFFE5DB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DFAAFA-FDD2-5EF4-FDDA-68D87C01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8D2E-4E84-4A99-B481-71BDFA0EC2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66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D510D-B993-68FE-C10B-0C0E3F084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BE284C-11EE-EF70-FE50-899AFA880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BAB422-011C-C266-92DE-F2A29C1AE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E7C2-84C1-461F-A900-2052A0348EBD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3B0D95-215A-AF11-3EE6-9495BBCB9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8C721B-4230-BBDB-B400-FFC5FD5F0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8D2E-4E84-4A99-B481-71BDFA0EC2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225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D0CA2D-FF3C-DBE4-38A5-183BC5C67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FBFEC1-A84B-1596-C5F0-DF5B2448A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731DFD-57C9-5FE3-7750-0576C0948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29632F-6ACE-AED7-3FAA-4B9E96140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E7C2-84C1-461F-A900-2052A0348EBD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1D786C-6159-D5CA-2379-54C3FE3E9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B7EC2A-A61C-CCEB-FB7B-08318B1A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8D2E-4E84-4A99-B481-71BDFA0EC2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98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6891E-F3D9-FCB3-4A5F-81D06D0E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1E4965-113B-B1D9-8D40-A7E825366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C52BC2-3D01-FB4C-6348-F38335D67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A86469-5C0C-4816-B477-62BB024415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858A132-E56C-DC32-A0E3-A16CDB977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5509E95-39FC-0B34-2EBF-000F136A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E7C2-84C1-461F-A900-2052A0348EBD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B0A55EF-2FF8-A7DB-3FBE-8A13F317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D2397F-E685-46AC-B7AC-D893F77E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8D2E-4E84-4A99-B481-71BDFA0EC2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154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C7549-1E71-E11C-51B8-DA4B18739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D890ACD-7615-ED63-5BC1-1DC6F9515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E7C2-84C1-461F-A900-2052A0348EBD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0543BE6-5062-E7CC-DED5-BE4B716ED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7D0D77-A619-4134-0023-EACCFB09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8D2E-4E84-4A99-B481-71BDFA0EC2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54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3DD3DD4-9808-80D7-B1AA-EE8A6425A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E7C2-84C1-461F-A900-2052A0348EBD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AC0F489-AACF-6411-1FEA-1187C5951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A7267B-4B53-BDD2-D357-BC5BE085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8D2E-4E84-4A99-B481-71BDFA0EC2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6283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C9B36-88DE-B823-FB9C-DFADE4118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190154-3041-7935-09D7-67B8670CE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EA1BD3-A8E3-44BE-4A28-B7A544C9D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A0E1FB-3AF7-3B70-ADFC-42C1CC9F7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E7C2-84C1-461F-A900-2052A0348EBD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C18F0E-2C5D-D46A-D1B5-028C8C4E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2E4836-9430-7521-185C-2B6F8C3C7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8D2E-4E84-4A99-B481-71BDFA0EC2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828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AECC9F-CDB0-6F60-F153-CF4892260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2AF6686-81F1-F092-E93B-3BCA83DB9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B1CE79-03AE-A2B4-C5F3-13765E43E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941BA7-B3F9-7DEE-7AAE-3FD4D6D7B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E7C2-84C1-461F-A900-2052A0348EBD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BA9F1A-B3FF-A77C-998F-952E7CED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ECDDD3-6CE5-4A7C-C801-52E26A06D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8D2E-4E84-4A99-B481-71BDFA0EC2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839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5B8F73-7F8A-5942-8CEF-9D43A916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C45173-9EFA-E31B-3592-79E650AE4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FAF2C1-0C8C-1728-D9AA-F72EC5DBD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E7C2-84C1-461F-A900-2052A0348EBD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43EE87-233B-98CC-FF7E-E29ED4274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5DF476-A672-0EDA-F004-809991BD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8D2E-4E84-4A99-B481-71BDFA0EC2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353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868F1E6-AEF8-75F7-2A66-5008A33BE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65ECB0-C6A7-D5C1-B701-000C4487C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5258A8-050F-449D-8F12-BDCC8C1FC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E7C2-84C1-461F-A900-2052A0348EBD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5FB989-25A0-C91E-8554-72A6EFF4D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447FCC-15E6-0359-D0DF-D648CD721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8D2E-4E84-4A99-B481-71BDFA0EC2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92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F4974F-6B11-E494-2210-EE62D551F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075F59-7E36-1649-6951-B90DFAEA4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C2BA96-3505-1891-BF61-5FD8BE0EE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2E7C2-84C1-461F-A900-2052A0348EBD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B05C9C-4971-D3A8-37F9-C6FCBECBC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B4C61B-F81A-6E9A-1F96-731BBA709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918D2E-4E84-4A99-B481-71BDFA0EC2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63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FA5729-7A26-233F-F2E0-1003193982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DF22027-CF60-DB15-E34E-8CBF3985D8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349F4554-01A1-838F-EBA4-D78A24E60C63}"/>
              </a:ext>
            </a:extLst>
          </p:cNvPr>
          <p:cNvSpPr/>
          <p:nvPr/>
        </p:nvSpPr>
        <p:spPr>
          <a:xfrm>
            <a:off x="1131683" y="497941"/>
            <a:ext cx="8166226" cy="6328372"/>
          </a:xfrm>
          <a:custGeom>
            <a:avLst/>
            <a:gdLst>
              <a:gd name="csX0" fmla="*/ 0 w 8166226"/>
              <a:gd name="csY0" fmla="*/ 633742 h 6328372"/>
              <a:gd name="csX1" fmla="*/ 0 w 8166226"/>
              <a:gd name="csY1" fmla="*/ 633742 h 6328372"/>
              <a:gd name="csX2" fmla="*/ 5368705 w 8166226"/>
              <a:gd name="csY2" fmla="*/ 4626320 h 6328372"/>
              <a:gd name="csX3" fmla="*/ 6455121 w 8166226"/>
              <a:gd name="csY3" fmla="*/ 5377758 h 6328372"/>
              <a:gd name="csX4" fmla="*/ 7251826 w 8166226"/>
              <a:gd name="csY4" fmla="*/ 5930019 h 6328372"/>
              <a:gd name="csX5" fmla="*/ 8030424 w 8166226"/>
              <a:gd name="csY5" fmla="*/ 6328372 h 6328372"/>
              <a:gd name="csX6" fmla="*/ 8166226 w 8166226"/>
              <a:gd name="csY6" fmla="*/ 0 h 6328372"/>
              <a:gd name="csX7" fmla="*/ 7586804 w 8166226"/>
              <a:gd name="csY7" fmla="*/ 72427 h 6328372"/>
              <a:gd name="csX8" fmla="*/ 7487216 w 8166226"/>
              <a:gd name="csY8" fmla="*/ 36213 h 6328372"/>
              <a:gd name="csX9" fmla="*/ 7487216 w 8166226"/>
              <a:gd name="csY9" fmla="*/ 36213 h 6328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8166226" h="6328372">
                <a:moveTo>
                  <a:pt x="0" y="633742"/>
                </a:moveTo>
                <a:lnTo>
                  <a:pt x="0" y="633742"/>
                </a:lnTo>
                <a:cubicBezTo>
                  <a:pt x="3318707" y="3210106"/>
                  <a:pt x="2061082" y="2297236"/>
                  <a:pt x="5368705" y="4626320"/>
                </a:cubicBezTo>
                <a:cubicBezTo>
                  <a:pt x="5728727" y="4879832"/>
                  <a:pt x="6093091" y="5127122"/>
                  <a:pt x="6455121" y="5377758"/>
                </a:cubicBezTo>
                <a:cubicBezTo>
                  <a:pt x="6720798" y="5561688"/>
                  <a:pt x="6962808" y="5785510"/>
                  <a:pt x="7251826" y="5930019"/>
                </a:cubicBezTo>
                <a:cubicBezTo>
                  <a:pt x="8007706" y="6307959"/>
                  <a:pt x="7772875" y="6135207"/>
                  <a:pt x="8030424" y="6328372"/>
                </a:cubicBezTo>
                <a:lnTo>
                  <a:pt x="8166226" y="0"/>
                </a:lnTo>
                <a:lnTo>
                  <a:pt x="7586804" y="72427"/>
                </a:lnTo>
                <a:lnTo>
                  <a:pt x="7487216" y="36213"/>
                </a:lnTo>
                <a:lnTo>
                  <a:pt x="7487216" y="36213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9463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Добрынин Иван Анатольевич</dc:creator>
  <cp:lastModifiedBy>Добрынин Иван Анатольевич</cp:lastModifiedBy>
  <cp:revision>1</cp:revision>
  <dcterms:created xsi:type="dcterms:W3CDTF">2026-01-12T12:51:05Z</dcterms:created>
  <dcterms:modified xsi:type="dcterms:W3CDTF">2026-01-12T12:51:57Z</dcterms:modified>
</cp:coreProperties>
</file>